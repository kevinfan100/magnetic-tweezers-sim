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24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D8937-C45E-A802-C64D-7168E32D0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2E8562-2695-5BF2-B621-01359C7C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D04499-B78C-229F-FC25-FBACABD3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EFF2D4-82FF-02F4-184F-168D5F33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622005-6D98-A019-8CB5-2BFFA859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81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67AF8-2E02-21B9-A412-C3FE0D52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3F64AA-757F-2729-E4DE-6A2C590C2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16A7A0-EFF3-B2AB-ED53-7B93CAD3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53185B-6B4C-E9D4-7746-CB92D2D0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76313E-D7EE-7938-1C90-A4C364FB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85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0C6A5-9626-16A3-3C2A-E41683C2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1D06DA-D6BD-D78D-EC2D-04D13D3D7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8F303C-69FC-D94C-EEA7-92093DB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9F22A3-6B25-27B9-2E10-F7657084F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A00105-84E5-A0DD-CCBB-5865AFFC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80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BAA20E-D8E5-C4DA-F390-22A771C2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3360F1-14CD-052E-DF15-74B4F6BF6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36189D-40F5-712F-862A-6EDFC8324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771D0A-BE3D-1EA9-BDA7-59F8467A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DAD0DE-26DF-DE3F-518C-DD521460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4BA491-5476-0903-7053-CA5BF897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25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D96AC-96F8-387E-A7C7-146B3AE2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9634F9-DE23-2730-3A08-E291B47B9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568D66-7C95-BC04-BAFC-2DC76D93F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41F82F1-98A8-420C-DC78-3764793FD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9A63C82-8C3A-1BDB-7F26-8543547CF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B72348-EBEF-EA2A-7013-3D1CC7E3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D413AEF-AC7F-C0C6-FA98-41B8E0C1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FF1CAA0-B516-2E52-55E2-607C3DFD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08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4EA9B8-EF21-767D-F504-2B8FA229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352F25A-355E-4247-B4F1-896CEB9C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7607B66-A166-8D45-4847-E2C96329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B06080-4F6B-0530-784D-822C3A28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64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B5DD01D-DB50-B5B7-8BBF-F3C43BCC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CEC9B64-69EB-F7DF-955D-0B6DB019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A1F959-7BBD-D903-F501-BDF0E5AC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45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5BCAD-0426-073C-EF86-F03FD097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B2F802-8DD7-2C2D-BDBE-9E2C785A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CBB14B-855E-C12E-6F5F-991DFBB1C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1A4AA3-F965-2037-1CA2-0FCC0994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F77342-6486-B94D-6C1A-B91E4BC5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357384-9FB2-F079-34C0-2D72FDD7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762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15304F-F44F-DE52-5804-767EDB1DC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597554D-1112-E34F-17EB-6120654C9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A40D6E-31CB-4991-6557-2B053DFF2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F3329F-5436-042C-E028-A96680F7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90391C-A640-2C6E-2BD2-B1FB0203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C587D8-7B0B-B7AB-FB04-F4DE7200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46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29282B-EF6F-B82A-D470-9813D491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DF6204-F496-AB41-6D36-E44D6864A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4C799A-139E-3207-994F-53E94B7C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C22DBD-C441-E769-530F-C596BC8F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28E6FB-E70D-38CC-7BCA-EB466E0C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71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C223408-7E20-D4DA-BCC7-D5DEA4A08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E57E624-1236-E82E-A0F0-32B26F4F2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B77CD5-947A-B46F-C615-4E50E740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B5E5-2608-4E77-8E1D-EA8F66FE1E71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37DAC7-7A4E-F67C-D1A8-15F36354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D5EACC-BAC4-DBAC-3372-F5366C1E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19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2A03AC1-3F90-7CBE-8496-BC6829E1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875DE5-5CD0-1313-3664-BF7DD2CD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069614-663E-F0C3-EB7C-55FB773F2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6B5E5-2608-4E77-8E1D-EA8F66FE1E71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211715-DE35-9115-5FD8-2A34CDDA8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1A6B91-F842-877E-F342-B87A990AD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97E52-3477-4965-BCF4-6BA0E277F4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74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E625D-1F96-D8AD-CD2D-272BE698A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Cone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B46DE3-D632-A3E5-F36D-F7F540CF0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21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16CC5BA-81CB-1D56-27A6-1E31FA9E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64" y="1607816"/>
            <a:ext cx="7458471" cy="364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9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539E1CF-F264-F017-C66F-B5EDC4EB4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004" y="1008883"/>
            <a:ext cx="7427991" cy="484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6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7F94-5953-2AB3-8CDB-0E3A49EC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C15B01E-1279-96FC-028A-7C44168E8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640" y="1007359"/>
            <a:ext cx="7918720" cy="484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2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10988</TotalTime>
  <Words>1</Words>
  <Application>Microsoft Macintosh PowerPoint</Application>
  <PresentationFormat>寬螢幕</PresentationFormat>
  <Paragraphs>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Cone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范宏翌</dc:creator>
  <cp:lastModifiedBy>宏翌 范</cp:lastModifiedBy>
  <cp:revision>5</cp:revision>
  <dcterms:created xsi:type="dcterms:W3CDTF">2026-03-25T04:30:59Z</dcterms:created>
  <dcterms:modified xsi:type="dcterms:W3CDTF">2026-04-22T13:03:51Z</dcterms:modified>
</cp:coreProperties>
</file>